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6:28:36.4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1715 24575,'340'-328'0,"32"-33"0,42-97 0,-257 272 0,-109 133 0,-4 7 0,18-22 0,-43 47 0,0 1 0,2 1 0,39-29 0,25-23 0,-64 51-1365,-2 4-5461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6:28:37.71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24575,'13'7'0,"0"1"0,-1 1 0,-1 0 0,17 16 0,0 0 0,507 449 0,-102-86 0,73 43 0,4 50 0,-298-271 0,-176-178 0,77 53 0,-103-80-1365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6:28:39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617 0 24575,'0'8'0,"1"0"0,1-1 0,0 1 0,0 0 0,0-1 0,1 0 0,4 9 0,2 5 0,46 120 0,-20-60 0,-4 1 0,36 158 0,-62-208 0,-1 0 0,-2 0 0,-1 1 0,-6 44 0,5-75 0,0 1 0,-1 0 0,1-1 0,-1 1 0,0-1 0,1 1 0,-1-1 0,0 1 0,-1-1 0,1 1 0,0-1 0,-1 0 0,1 0 0,-1 0 0,0 0 0,0 0 0,0 0 0,-3 3 0,1-4 0,1 1 0,-1 0 0,0-1 0,0 1 0,1-1 0,-1 0 0,0 0 0,0-1 0,0 1 0,0-1 0,-6 0 0,-8-2 0,-1 0 0,1-1 0,0-1 0,-23-8 0,30 8 0,-180-38 0,60 15 0,91 18 0,9 3 0,0-2 0,0-1 0,-31-15 0,29 11-92,24 10 144,-1-1 1,1 0 0,-13-8-1,19 10-151,0 0 0,1 0 0,-1-1 1,1 1-1,-1-1 0,1 1 0,0-1 0,0 0 0,0 1 0,0-1 0,1 0 1,-1 0-1,1 0 0,-2-6 0,-1-10-6727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6:28:40.8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1 116 24575,'15'-2'0,"-1"0"0,1 0 0,0-1 0,23-9 0,6-1 0,66-13 0,0 6 0,2 4 0,207-3 0,-258 19 0,78 2 0,-122 0 0,0 0 0,-1 1 0,1 1 0,-1 0 0,31 13 0,-45-16 0,-1-1 0,1 1 0,0 0 0,0 0 0,-1 0 0,1 0 0,-1 0 0,1 0 0,-1 0 0,1 1 0,-1-1 0,0 1 0,0-1 0,1 1 0,-1-1 0,0 1 0,0 0 0,-1-1 0,2 3 0,-2-2 0,0-1 0,0 1 0,0 0 0,-1 0 0,1-1 0,0 1 0,-1 0 0,1-1 0,-1 1 0,0 0 0,1-1 0,-1 1 0,0-1 0,0 1 0,0-1 0,0 0 0,0 1 0,0-1 0,-1 0 0,1 0 0,-2 2 0,-26 26 0,3 1 0,0 2 0,-31 51 0,57-83 0,-83 107 0,56-75 0,1 2 0,-31 53 0,41-56 0,0 1 0,3 1 0,-19 63 0,31-92-1365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6:47:47.2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1 822 24575,'29'-3'0,"0"0"0,0-2 0,0-1 0,45-16 0,-42 12 0,279-84 0,130-38 0,-406 122 0,107-35 0,116-61 0,-99 33 0,-80 36 0,78-52 0,-4 3 0,-138 81 0,0 0 0,1 1 0,0 1 0,-1 1 0,1 0 0,0 0 0,0 2 0,24 2 0,-18-1 0,1-1 0,0-2 0,27-4 0,163-28 0,-175 31-50,-32 3-60,1 0 1,0-1-1,0 1 1,0-1-1,0-1 0,-1 1 1,1-1-1,-1 0 1,1-1-1,-1 1 1,10-7-1,-4-3-6716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6:47:54.21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1237 222 24575,'-62'-3'0,"0"-4"0,1-2 0,-69-19 0,11 2 0,-22-1 0,-275-61 0,386 79-227,-1 2-1,-1 1 1,1 1-1,-1 1 1,-48 2-1,71 3-6598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6:47:55.1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440 0 24575,'-32'36'0,"2"1"0,-40 65 0,40-58 0,-35 62-455,4 4 0,-86 217 0,143-316-6371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07T16:54:35.04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2151 24575,'7'-7'0,"-2"0"0,1 0 0,-1-1 0,8-16 0,9-14 0,273-345 36,32 22-786,759-669 1321,-1042 992-485,114-90-20,-126 105-68,1 1-1,1 2 1,42-18 0,-67 35-225,0 0-1,0 0 1,0 1-1,1 0 1,9 0-1,3 0-6598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6:36:13.9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24575,'352'311'-132,"-271"-243"-237,237 196-2134,425 362 3378,-644-544-501,123 109 1359,-189-160-2181,-2 1 1,36 46-1,-55-61-6378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6:47:58.1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24575,'63'4'0,"0"2"0,108 26 0,-99-17 0,22 7 0,-63-13 0,0-1 0,1-2 0,0-2 0,38 2 0,82-8-1365,-141 2-5461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6:47:58.9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268 0 24575,'-2'44'0,"-2"-1"0,-11 48 0,3-20 0,-10 36 0,-39 120 0,49-186 0,4-16 0,-1-1 0,-1-1 0,-2 0 0,0 0 0,-1-1 0,-1-1 0,-25 31 0,26-40-1365,3-6-5461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6:48:00.2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1015 24575,'0'-1004'-1365,"0"994"-5461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16:48:01.3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1978 0 24575,'-18'0'0,"-44"0"0,-48 0 0,-38 0 0,-26 5 0,-21 1 0,-1 0-845,11-1 845,8-2 0,16-1 0,25-1 0,28 0 208,22-1-208,17 0 0,15-1 0,12 1 0,9 0 0,10 0-7554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2A4C9-418B-4954-AC5C-F90FA950A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DCCAEB-1E1D-428D-0808-C7FE81F439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BF38D7-1AC3-0D57-8672-CD400556F5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4D81E9-7B52-686D-DB36-3AE3B56C6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7D00E-E37C-0B45-20EB-5245D6A4D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5619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8FC141-EA43-80D4-7CC4-60CBC8A7D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21E99-B012-32BD-4DBC-7AB47DEA5E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635D02-A412-1EDE-3B07-BE0B1291E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E973A8-BD9E-EC80-0E9F-55A15867FE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BD72D2-0A5B-040D-CF21-D0396D023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4168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B6679-50C9-7888-B4AE-F50A0BABE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806F5A-2DC7-8120-2A3C-526C3D99D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55BBF-E416-8058-EFD6-817CF258A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FAE23-0D11-EFDE-4988-1997C7D5C4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BFB38-4ED2-C226-A741-BC73FAEB4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1889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7D8B9-D945-36D7-4588-8897D7C70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0FC2C-6C61-2AA1-4604-424AC152B1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4511990-F9C3-5223-5ECF-B77389383D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9B0134-D002-C42D-E53B-1F3EBC885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4222B4-3A42-E9D9-971F-C8DA4A6063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EA02F73-7489-D783-EF2C-44C20A37D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718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E3C64-1C42-836D-820C-C4112BB226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064E5F-C911-BF63-6D1D-4A7FD99B0E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E8E2AAB-0328-79BC-67B1-F56330EF8E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5ACABF-F2E0-3F3E-9374-C1519C226C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6DA042-FE11-8470-F7B3-93FF2D1E78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D48CCA-CF81-A01A-29B2-FA7C0B6259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F7D3C5-47C2-84CB-DA61-C0A5CB24F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18823A-14D1-0481-2BD0-54D18044F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137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9DECE-81C8-8195-98BA-7F368A7904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E99BB5-12D9-D601-F3BE-FEB4D26EAC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AC8615-FB4C-5246-5540-84D96D6DA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CD5042-F6BC-CD7B-1929-D49ABDA13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3873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BFF5D5-5066-49D5-5493-7110C9909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A796D1-414D-60CC-0339-3D5D6F84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C85D8-46D4-1207-DE79-78F3C0D0D8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42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6974C-3080-6C18-7D45-1D8EF7865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C55764-97AB-DCC1-AC67-9DDD272C8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5B24A4-9E15-1D8A-E308-995EF9CAB6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3232F7-E29D-93B0-0AF4-79868E0F22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61A042-5881-64D0-DF21-26E5DDC19B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48E0BF-3A53-56DB-893F-7959E7ED56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477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BDE48-50B9-A6E2-2ECA-DD706C4CB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594F10B-C4DA-1BC1-158D-15D619677C8A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542014-EC13-D0FB-56B0-E54144131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74B4A8-1181-99F3-131F-92F8DCA21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F26A21-DC67-4DB0-035C-62228CFF68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8F75BD-C145-FFAF-1943-A7CB3994B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9175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3E893-C5AA-2327-C933-298427E60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DD5769-A413-77AA-6D6B-C00B5083E7D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A691D6-8CEF-8F25-D557-969A123C2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6CBED6-D131-0EA8-2AD1-EB8E0F376E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9C99ED-C568-9697-4702-35EA3887F5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8476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3646BD-8EB4-EECD-1C10-6556AD0F34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00345F-62F2-0881-5482-128999F6F4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9557ED-3CD1-D9F4-46EB-C858ACAB3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33F15-CABF-FC78-8035-D42569F7F3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2604A-C206-11D1-C157-16C3B94571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553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8EE325-C65E-0119-FA18-85472989FE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B3D2E-0A42-D14E-C3B2-BBE2C9CEE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D7525A-7B8E-0245-A151-92F89E17D7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B4F6BF-5F93-4EF7-AA5E-8F88AAC0241C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947DB2-7560-DE08-6C01-5978274030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1BB33E-1E24-E551-EAFE-80C4184EB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B97197-99D9-49FA-84E4-5D6D7AE43D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498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13" Type="http://schemas.openxmlformats.org/officeDocument/2006/relationships/customXml" Target="../ink/ink5.xml"/><Relationship Id="rId18" Type="http://schemas.openxmlformats.org/officeDocument/2006/relationships/image" Target="../media/image10.png"/><Relationship Id="rId3" Type="http://schemas.openxmlformats.org/officeDocument/2006/relationships/image" Target="../media/image2.gif"/><Relationship Id="rId7" Type="http://schemas.openxmlformats.org/officeDocument/2006/relationships/customXml" Target="../ink/ink2.xml"/><Relationship Id="rId12" Type="http://schemas.openxmlformats.org/officeDocument/2006/relationships/image" Target="../media/image7.png"/><Relationship Id="rId17" Type="http://schemas.openxmlformats.org/officeDocument/2006/relationships/customXml" Target="../ink/ink7.xml"/><Relationship Id="rId2" Type="http://schemas.openxmlformats.org/officeDocument/2006/relationships/image" Target="../media/image1.gif"/><Relationship Id="rId16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customXml" Target="../ink/ink4.xml"/><Relationship Id="rId5" Type="http://schemas.openxmlformats.org/officeDocument/2006/relationships/customXml" Target="../ink/ink1.xml"/><Relationship Id="rId15" Type="http://schemas.openxmlformats.org/officeDocument/2006/relationships/customXml" Target="../ink/ink6.xml"/><Relationship Id="rId10" Type="http://schemas.openxmlformats.org/officeDocument/2006/relationships/image" Target="../media/image6.png"/><Relationship Id="rId19" Type="http://schemas.openxmlformats.org/officeDocument/2006/relationships/image" Target="../media/image11.gif"/><Relationship Id="rId4" Type="http://schemas.openxmlformats.org/officeDocument/2006/relationships/image" Target="../media/image3.gif"/><Relationship Id="rId9" Type="http://schemas.openxmlformats.org/officeDocument/2006/relationships/customXml" Target="../ink/ink3.xml"/><Relationship Id="rId1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customXml" Target="../ink/ink12.xml"/><Relationship Id="rId3" Type="http://schemas.openxmlformats.org/officeDocument/2006/relationships/image" Target="../media/image13.gif"/><Relationship Id="rId7" Type="http://schemas.openxmlformats.org/officeDocument/2006/relationships/customXml" Target="../ink/ink9.xml"/><Relationship Id="rId12" Type="http://schemas.openxmlformats.org/officeDocument/2006/relationships/image" Target="../media/image17.png"/><Relationship Id="rId2" Type="http://schemas.openxmlformats.org/officeDocument/2006/relationships/image" Target="../media/image12.gif"/><Relationship Id="rId16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gif"/><Relationship Id="rId11" Type="http://schemas.openxmlformats.org/officeDocument/2006/relationships/customXml" Target="../ink/ink11.xml"/><Relationship Id="rId5" Type="http://schemas.openxmlformats.org/officeDocument/2006/relationships/image" Target="../media/image100.png"/><Relationship Id="rId15" Type="http://schemas.openxmlformats.org/officeDocument/2006/relationships/customXml" Target="../ink/ink13.xml"/><Relationship Id="rId10" Type="http://schemas.openxmlformats.org/officeDocument/2006/relationships/image" Target="../media/image16.png"/><Relationship Id="rId4" Type="http://schemas.openxmlformats.org/officeDocument/2006/relationships/customXml" Target="../ink/ink8.xml"/><Relationship Id="rId9" Type="http://schemas.openxmlformats.org/officeDocument/2006/relationships/customXml" Target="../ink/ink10.xml"/><Relationship Id="rId1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53D5898-38FD-9A00-31C5-C1C145974F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20333"/>
            <a:ext cx="1839686" cy="183968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B81EA12-321D-09AD-F6D0-4980C7DB9B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5388" y="3619385"/>
            <a:ext cx="2156209" cy="21562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5D4DFAD-CC9F-4ADC-C6C2-90BA8C09C21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5388" y="631575"/>
            <a:ext cx="2156210" cy="215621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CC261741-ADD3-BBBA-C07A-C3BF9216D814}"/>
                  </a:ext>
                </a:extLst>
              </p14:cNvPr>
              <p14:cNvContentPartPr/>
              <p14:nvPr/>
            </p14:nvContentPartPr>
            <p14:xfrm>
              <a:off x="1587291" y="2145905"/>
              <a:ext cx="605520" cy="6177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CC261741-ADD3-BBBA-C07A-C3BF9216D814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581171" y="2139785"/>
                <a:ext cx="617760" cy="63000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58CC9F44-CCC9-C76C-020A-FEE9ABD4F62A}"/>
              </a:ext>
            </a:extLst>
          </p:cNvPr>
          <p:cNvGrpSpPr/>
          <p:nvPr/>
        </p:nvGrpSpPr>
        <p:grpSpPr>
          <a:xfrm>
            <a:off x="1667931" y="3225185"/>
            <a:ext cx="1056960" cy="967320"/>
            <a:chOff x="1667931" y="3225185"/>
            <a:chExt cx="1056960" cy="967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DB62194C-1207-E12D-2407-6528D32AFF88}"/>
                    </a:ext>
                  </a:extLst>
                </p14:cNvPr>
                <p14:cNvContentPartPr/>
                <p14:nvPr/>
              </p14:nvContentPartPr>
              <p14:xfrm>
                <a:off x="1667931" y="3225185"/>
                <a:ext cx="885600" cy="788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DB62194C-1207-E12D-2407-6528D32AFF8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661811" y="3219065"/>
                  <a:ext cx="897840" cy="80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2546C9F-CDD0-FB78-C8E0-D306715E6DC2}"/>
                    </a:ext>
                  </a:extLst>
                </p14:cNvPr>
                <p14:cNvContentPartPr/>
                <p14:nvPr/>
              </p14:nvContentPartPr>
              <p14:xfrm>
                <a:off x="2420691" y="3868505"/>
                <a:ext cx="304200" cy="3240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2546C9F-CDD0-FB78-C8E0-D306715E6DC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414571" y="3862385"/>
                  <a:ext cx="316440" cy="336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3C16E676-269A-0043-D6CB-0F045FCAC5FD}"/>
                  </a:ext>
                </a:extLst>
              </p14:cNvPr>
              <p14:cNvContentPartPr/>
              <p14:nvPr/>
            </p14:nvContentPartPr>
            <p14:xfrm>
              <a:off x="1959171" y="2088665"/>
              <a:ext cx="414360" cy="26172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3C16E676-269A-0043-D6CB-0F045FCAC5F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953051" y="2082545"/>
                <a:ext cx="426600" cy="27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DB58AB42-C30F-9CDB-BA1A-42AD9D1AB382}"/>
                  </a:ext>
                </a:extLst>
              </p14:cNvPr>
              <p14:cNvContentPartPr/>
              <p14:nvPr/>
            </p14:nvContentPartPr>
            <p14:xfrm>
              <a:off x="4965097" y="854532"/>
              <a:ext cx="933480" cy="2959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DB58AB42-C30F-9CDB-BA1A-42AD9D1AB382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958977" y="848412"/>
                <a:ext cx="945720" cy="30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4A4755AD-B2AD-D624-CFAA-527C11106D21}"/>
                  </a:ext>
                </a:extLst>
              </p14:cNvPr>
              <p14:cNvContentPartPr/>
              <p14:nvPr/>
            </p14:nvContentPartPr>
            <p14:xfrm>
              <a:off x="5405017" y="745812"/>
              <a:ext cx="445320" cy="8028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4A4755AD-B2AD-D624-CFAA-527C11106D2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398897" y="739692"/>
                <a:ext cx="457560" cy="92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7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32923E6-BFBA-8257-92F7-F50024D1563D}"/>
                  </a:ext>
                </a:extLst>
              </p14:cNvPr>
              <p14:cNvContentPartPr/>
              <p14:nvPr/>
            </p14:nvContentPartPr>
            <p14:xfrm>
              <a:off x="5731177" y="973332"/>
              <a:ext cx="158400" cy="2786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32923E6-BFBA-8257-92F7-F50024D1563D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725057" y="967212"/>
                <a:ext cx="170640" cy="290880"/>
              </a:xfrm>
              <a:prstGeom prst="rect">
                <a:avLst/>
              </a:prstGeom>
            </p:spPr>
          </p:pic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E3CED563-DA25-A5C8-7F03-6CE83D60FA91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50649" y="-477263"/>
            <a:ext cx="2959510" cy="29595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100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DA4AB6-699F-E062-EEFA-0B9B175D5F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94503"/>
            <a:ext cx="1868993" cy="18689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F87A1E9-E8C3-7348-A632-96AC46DB26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381000"/>
            <a:ext cx="2251668" cy="2251668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DD1EFB67-C418-64C2-A42F-58E32C8D0F8E}"/>
                  </a:ext>
                </a:extLst>
              </p14:cNvPr>
              <p14:cNvContentPartPr/>
              <p14:nvPr/>
            </p14:nvContentPartPr>
            <p14:xfrm>
              <a:off x="1758291" y="2079305"/>
              <a:ext cx="802800" cy="7747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DD1EFB67-C418-64C2-A42F-58E32C8D0F8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52171" y="2073185"/>
                <a:ext cx="815040" cy="78696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16242A10-2F12-9E08-92E5-FF9F5C666FE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8706" y="3529781"/>
            <a:ext cx="2819399" cy="281939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52D77826-8072-342C-FACB-08B2FE0A7A10}"/>
                  </a:ext>
                </a:extLst>
              </p14:cNvPr>
              <p14:cNvContentPartPr/>
              <p14:nvPr/>
            </p14:nvContentPartPr>
            <p14:xfrm>
              <a:off x="1514137" y="3972108"/>
              <a:ext cx="705240" cy="612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52D77826-8072-342C-FACB-08B2FE0A7A1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508017" y="3965988"/>
                <a:ext cx="717480" cy="62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0C8AC2F5-10CC-3950-4068-6F6D2B564D34}"/>
                  </a:ext>
                </a:extLst>
              </p14:cNvPr>
              <p14:cNvContentPartPr/>
              <p14:nvPr/>
            </p14:nvContentPartPr>
            <p14:xfrm>
              <a:off x="2251417" y="1956468"/>
              <a:ext cx="296280" cy="4032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0C8AC2F5-10CC-3950-4068-6F6D2B564D34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2245297" y="1950348"/>
                <a:ext cx="308520" cy="5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7433F24E-01F8-78B0-E4E7-37C564812313}"/>
                  </a:ext>
                </a:extLst>
              </p14:cNvPr>
              <p14:cNvContentPartPr/>
              <p14:nvPr/>
            </p14:nvContentPartPr>
            <p14:xfrm>
              <a:off x="2528617" y="2290908"/>
              <a:ext cx="96840" cy="308160"/>
            </p14:xfrm>
          </p:contentPart>
        </mc:Choice>
        <mc:Fallback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7433F24E-01F8-78B0-E4E7-37C564812313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22497" y="2284788"/>
                <a:ext cx="109080" cy="320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5556526-A4C5-BCC7-A93B-3C56685A1515}"/>
                  </a:ext>
                </a:extLst>
              </p14:cNvPr>
              <p14:cNvContentPartPr/>
              <p14:nvPr/>
            </p14:nvContentPartPr>
            <p14:xfrm>
              <a:off x="2251417" y="4049148"/>
              <a:ext cx="360" cy="36576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5556526-A4C5-BCC7-A93B-3C56685A151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2245297" y="4043028"/>
                <a:ext cx="12600" cy="37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87C58895-680E-D863-2FE5-7211AA77006E}"/>
                  </a:ext>
                </a:extLst>
              </p14:cNvPr>
              <p14:cNvContentPartPr/>
              <p14:nvPr/>
            </p14:nvContentPartPr>
            <p14:xfrm>
              <a:off x="1382017" y="4729188"/>
              <a:ext cx="712440" cy="1080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87C58895-680E-D863-2FE5-7211AA77006E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1375897" y="4723068"/>
                <a:ext cx="724680" cy="23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031118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D. Aaron Morris</dc:creator>
  <cp:lastModifiedBy>D. Aaron Morris</cp:lastModifiedBy>
  <cp:revision>3</cp:revision>
  <dcterms:created xsi:type="dcterms:W3CDTF">2026-10-07T16:27:48Z</dcterms:created>
  <dcterms:modified xsi:type="dcterms:W3CDTF">2026-10-26T16:55:42Z</dcterms:modified>
</cp:coreProperties>
</file>