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6:28:36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1715 24575,'340'-328'0,"32"-33"0,42-97 0,-257 272 0,-109 133 0,-4 7 0,18-22 0,-43 47 0,0 1 0,2 1 0,39-29 0,25-23 0,-64 51-1365,-2 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6:28:3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24575,'13'7'0,"0"1"0,-1 1 0,-1 0 0,17 16 0,0 0 0,507 449 0,-102-86 0,73 43 0,4 50 0,-298-271 0,-176-178 0,77 53 0,-103-80-1365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6:28:39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617 0 24575,'0'8'0,"1"0"0,1-1 0,0 1 0,0 0 0,0-1 0,1 0 0,4 9 0,2 5 0,46 120 0,-20-60 0,-4 1 0,36 158 0,-62-208 0,-1 0 0,-2 0 0,-1 1 0,-6 44 0,5-75 0,0 1 0,-1 0 0,1-1 0,-1 1 0,0-1 0,1 1 0,-1-1 0,0 1 0,-1-1 0,1 1 0,0-1 0,-1 0 0,1 0 0,-1 0 0,0 0 0,0 0 0,0 0 0,-3 3 0,1-4 0,1 1 0,-1 0 0,0-1 0,0 1 0,1-1 0,-1 0 0,0 0 0,0-1 0,0 1 0,0-1 0,-6 0 0,-8-2 0,-1 0 0,1-1 0,0-1 0,-23-8 0,30 8 0,-180-38 0,60 15 0,91 18 0,9 3 0,0-2 0,0-1 0,-31-15 0,29 11-92,24 10 144,-1-1 1,1 0 0,-13-8-1,19 10-151,0 0 0,1 0 0,-1-1 1,1 1-1,-1-1 0,1 1 0,0-1 0,0 0 0,0 1 0,0-1 0,1 0 1,-1 0-1,1 0 0,-2-6 0,-1-10-6727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6:28:40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24575,'15'-2'0,"-1"0"0,1 0 0,0-1 0,23-9 0,6-1 0,66-13 0,0 6 0,2 4 0,207-3 0,-258 19 0,78 2 0,-122 0 0,0 0 0,-1 1 0,1 1 0,-1 0 0,31 13 0,-45-16 0,-1-1 0,1 1 0,0 0 0,0 0 0,-1 0 0,1 0 0,-1 0 0,1 0 0,-1 0 0,1 1 0,-1-1 0,0 1 0,0-1 0,1 1 0,-1-1 0,0 1 0,0 0 0,-1-1 0,2 3 0,-2-2 0,0-1 0,0 1 0,0 0 0,-1 0 0,1-1 0,0 1 0,-1 0 0,1-1 0,-1 1 0,0 0 0,1-1 0,-1 1 0,0-1 0,0 1 0,0-1 0,0 0 0,0 1 0,0-1 0,-1 0 0,1 0 0,-2 2 0,-26 26 0,3 1 0,0 2 0,-31 51 0,57-83 0,-83 107 0,56-75 0,1 2 0,-31 53 0,41-56 0,0 1 0,3 1 0,-19 63 0,31-92-1365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6:54:35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2151 24575,'7'-7'0,"-2"0"0,1 0 0,-1-1 0,8-16 0,9-14 0,273-345 36,32 22-786,759-669 1321,-1042 992-485,114-90-20,-126 105-68,1 1-1,1 2 1,42-18 0,-67 35-225,0 0-1,0 0 1,0 1-1,1 0 1,9 0-1,3 0-6598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A4C9-418B-4954-AC5C-F90FA950A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CCAEB-1E1D-428D-0808-C7FE81F43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F38D7-1AC3-0D57-8672-CD400556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D81E9-7B52-686D-DB36-3AE3B56C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7D00E-E37C-0B45-20EB-5245D6A4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1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C141-EA43-80D4-7CC4-60CBC8A7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21E99-B012-32BD-4DBC-7AB47DEA5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35D02-A412-1EDE-3B07-BE0B1291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973A8-BD9E-EC80-0E9F-55A15867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D72D2-0A5B-040D-CF21-D0396D02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16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6679-50C9-7888-B4AE-F50A0BA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06F5A-2DC7-8120-2A3C-526C3D99D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55BBF-E416-8058-EFD6-817CF258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FAE23-0D11-EFDE-4988-1997C7D5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FB38-4ED2-C226-A741-BC73FAEB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8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D8B9-D945-36D7-4588-8897D7C7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0FC2C-6C61-2AA1-4604-424AC152B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11990-F9C3-5223-5ECF-B77389383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B0134-D002-C42D-E53B-1F3EBC885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222B4-3A42-E9D9-971F-C8DA4A60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02F73-7489-D783-EF2C-44C20A37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3C64-1C42-836D-820C-C4112BB22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64E5F-C911-BF63-6D1D-4A7FD99B0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E2AAB-0328-79BC-67B1-F56330EF8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ACABF-F2E0-3F3E-9374-C1519C226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DA042-FE11-8470-F7B3-93FF2D1E7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D48CCA-CF81-A01A-29B2-FA7C0B62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7D3C5-47C2-84CB-DA61-C0A5CB24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8823A-14D1-0481-2BD0-54D18044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37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DECE-81C8-8195-98BA-7F368A79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99BB5-12D9-D601-F3BE-FEB4D26E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C8615-FB4C-5246-5540-84D96D6D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D5042-F6BC-CD7B-1929-D49ABDA1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8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FF5D5-5066-49D5-5493-7110C990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796D1-414D-60CC-0339-3D5D6F84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C85D8-46D4-1207-DE79-78F3C0D0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4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974C-3080-6C18-7D45-1D8EF786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5764-97AB-DCC1-AC67-9DDD272C8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B24A4-9E15-1D8A-E308-995EF9CAB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232F7-E29D-93B0-0AF4-79868E0F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1A042-5881-64D0-DF21-26E5DDC1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8E0BF-3A53-56DB-893F-7959E7ED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77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DE48-50B9-A6E2-2ECA-DD706C4C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4F10B-C4DA-1BC1-158D-15D619677C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42014-EC13-D0FB-56B0-E54144131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4B4A8-1181-99F3-131F-92F8DCA2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26A21-DC67-4DB0-035C-62228CFF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F75BD-C145-FFAF-1943-A7CB3994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1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E893-C5AA-2327-C933-298427E6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D5769-A413-77AA-6D6B-C00B5083E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691D6-8CEF-8F25-D557-969A123C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CBED6-D131-0EA8-2AD1-EB8E0F37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C99ED-C568-9697-4702-35EA3887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4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646BD-8EB4-EECD-1C10-6556AD0F3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0345F-62F2-0881-5482-128999F6F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557ED-3CD1-D9F4-46EB-C858ACAB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33F15-CABF-FC78-8035-D42569F7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2604A-C206-11D1-C157-16C3B945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5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EE325-C65E-0119-FA18-85472989F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B3D2E-0A42-D14E-C3B2-BBE2C9CE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7525A-7B8E-0245-A151-92F89E17D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4F6BF-5F93-4EF7-AA5E-8F88AAC0241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47DB2-7560-DE08-6C01-597827403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BB33E-1E24-E551-EAFE-80C4184EB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97197-99D9-49FA-84E4-5D6D7AE4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4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gif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4" Type="http://schemas.openxmlformats.org/officeDocument/2006/relationships/image" Target="../media/image3.gif"/><Relationship Id="rId9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3D5898-38FD-9A00-31C5-C1C145974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0333"/>
            <a:ext cx="1839686" cy="1839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1EA12-321D-09AD-F6D0-4980C7DB9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388" y="3619385"/>
            <a:ext cx="2156209" cy="2156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4DFAD-CC9F-4ADC-C6C2-90BA8C09C2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388" y="631575"/>
            <a:ext cx="2156210" cy="21562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261741-ADD3-BBBA-C07A-C3BF9216D814}"/>
                  </a:ext>
                </a:extLst>
              </p14:cNvPr>
              <p14:cNvContentPartPr/>
              <p14:nvPr/>
            </p14:nvContentPartPr>
            <p14:xfrm>
              <a:off x="1587291" y="2145905"/>
              <a:ext cx="605520" cy="617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261741-ADD3-BBBA-C07A-C3BF9216D8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1171" y="2139785"/>
                <a:ext cx="617760" cy="63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8CC9F44-CCC9-C76C-020A-FEE9ABD4F62A}"/>
              </a:ext>
            </a:extLst>
          </p:cNvPr>
          <p:cNvGrpSpPr/>
          <p:nvPr/>
        </p:nvGrpSpPr>
        <p:grpSpPr>
          <a:xfrm>
            <a:off x="1667931" y="3225185"/>
            <a:ext cx="1056960" cy="967320"/>
            <a:chOff x="1667931" y="3225185"/>
            <a:chExt cx="1056960" cy="9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62194C-1207-E12D-2407-6528D32AFF88}"/>
                    </a:ext>
                  </a:extLst>
                </p14:cNvPr>
                <p14:cNvContentPartPr/>
                <p14:nvPr/>
              </p14:nvContentPartPr>
              <p14:xfrm>
                <a:off x="1667931" y="3225185"/>
                <a:ext cx="885600" cy="788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62194C-1207-E12D-2407-6528D32AFF8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61811" y="3219065"/>
                  <a:ext cx="89784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546C9F-CDD0-FB78-C8E0-D306715E6DC2}"/>
                    </a:ext>
                  </a:extLst>
                </p14:cNvPr>
                <p14:cNvContentPartPr/>
                <p14:nvPr/>
              </p14:nvContentPartPr>
              <p14:xfrm>
                <a:off x="2420691" y="3868505"/>
                <a:ext cx="304200" cy="32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546C9F-CDD0-FB78-C8E0-D306715E6D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4571" y="3862385"/>
                  <a:ext cx="316440" cy="33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C16E676-269A-0043-D6CB-0F045FCAC5FD}"/>
                  </a:ext>
                </a:extLst>
              </p14:cNvPr>
              <p14:cNvContentPartPr/>
              <p14:nvPr/>
            </p14:nvContentPartPr>
            <p14:xfrm>
              <a:off x="1959171" y="2088665"/>
              <a:ext cx="414360" cy="261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C16E676-269A-0043-D6CB-0F045FCAC5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53051" y="2082545"/>
                <a:ext cx="426600" cy="27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110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A4AB6-699F-E062-EEFA-0B9B175D5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4503"/>
            <a:ext cx="1868993" cy="1868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87A1E9-E8C3-7348-A632-96AC46DB2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81000"/>
            <a:ext cx="2251668" cy="22516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D1EFB67-C418-64C2-A42F-58E32C8D0F8E}"/>
                  </a:ext>
                </a:extLst>
              </p14:cNvPr>
              <p14:cNvContentPartPr/>
              <p14:nvPr/>
            </p14:nvContentPartPr>
            <p14:xfrm>
              <a:off x="1758291" y="2079305"/>
              <a:ext cx="802800" cy="77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D1EFB67-C418-64C2-A42F-58E32C8D0F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2171" y="2073185"/>
                <a:ext cx="815040" cy="78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3111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 Aaron Morris</dc:creator>
  <cp:lastModifiedBy>D. Aaron Morris</cp:lastModifiedBy>
  <cp:revision>2</cp:revision>
  <dcterms:created xsi:type="dcterms:W3CDTF">2026-10-07T16:27:48Z</dcterms:created>
  <dcterms:modified xsi:type="dcterms:W3CDTF">2026-10-07T17:01:08Z</dcterms:modified>
</cp:coreProperties>
</file>